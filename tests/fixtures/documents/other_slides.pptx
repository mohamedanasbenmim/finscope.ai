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Garden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Oak trees and spring planting.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